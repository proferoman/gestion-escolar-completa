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9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2" r:id="rId6"/>
    <p:sldId id="261" r:id="rId7"/>
    <p:sldId id="265" r:id="rId8"/>
    <p:sldId id="264" r:id="rId9"/>
    <p:sldId id="263" r:id="rId10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41" autoAdjust="0"/>
  </p:normalViewPr>
  <p:slideViewPr>
    <p:cSldViewPr snapToGrid="0" snapToObjects="1">
      <p:cViewPr>
        <p:scale>
          <a:sx n="70" d="100"/>
          <a:sy n="70" d="100"/>
        </p:scale>
        <p:origin x="66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6644415-FF73-4635-A828-1BF64C3E25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7CFC73-7BBD-42E6-B4E0-AEA52F19C3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71A8-EF9A-4908-A356-4DC1375FB1BF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AABD9E-C2C8-4ECD-A749-AED2FF3758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D0331F-25B6-4FCB-92B1-E19A50AE74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2733A-471A-4057-B5C1-60E8804041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46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254E2-8FFC-4017-9604-CA24C4F82E84}" type="datetimeFigureOut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DB6BF-749A-44FF-AB9C-8B6FD44EF3A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4300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B6BF-749A-44FF-AB9C-8B6FD44EF3A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2534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B6BF-749A-44FF-AB9C-8B6FD44EF3A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835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B6BF-749A-44FF-AB9C-8B6FD44EF3A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011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B6BF-749A-44FF-AB9C-8B6FD44EF3A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4855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B6BF-749A-44FF-AB9C-8B6FD44EF3A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478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B6BF-749A-44FF-AB9C-8B6FD44EF3A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878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9ED9D5C-6C5E-4E41-A800-98E98BFD3B24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0825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045179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9091C0-0C1F-4B47-93AF-EC6317D9AC53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5586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8946AA-C9FD-4B63-9E82-1BA3CBEB08D2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0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7F74E82-BC1E-4ED4-9E0F-0F2E91F047D3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8218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098A529-48DD-4F6D-A862-37EF6469A894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9878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D6DEB3-7E92-49B6-9602-1DCB0328C3A6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4369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148421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182943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85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146850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42119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C2F428B-4CD3-4B44-882B-9EE851AB66C6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38236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136075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541312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133A77-1A83-4B42-8BD2-D62E592E91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10798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2749321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9AD75807-E084-4E7A-BDB2-38BB6161F78F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946274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5" b="45253"/>
          <a:stretch/>
        </p:blipFill>
        <p:spPr>
          <a:xfrm>
            <a:off x="6082554" y="-11616"/>
            <a:ext cx="6539345" cy="6869616"/>
          </a:xfrm>
          <a:prstGeom prst="rect">
            <a:avLst/>
          </a:prstGeom>
        </p:spPr>
      </p:pic>
      <p:grpSp>
        <p:nvGrpSpPr>
          <p:cNvPr id="10" name="Grupo 9"/>
          <p:cNvGrpSpPr/>
          <p:nvPr/>
        </p:nvGrpSpPr>
        <p:grpSpPr>
          <a:xfrm>
            <a:off x="-311108" y="0"/>
            <a:ext cx="6881169" cy="6858000"/>
            <a:chOff x="2752935" y="0"/>
            <a:chExt cx="6881169" cy="685800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83" b="46868"/>
            <a:stretch/>
          </p:blipFill>
          <p:spPr>
            <a:xfrm>
              <a:off x="2752935" y="0"/>
              <a:ext cx="6881169" cy="6858000"/>
            </a:xfrm>
            <a:prstGeom prst="rect">
              <a:avLst/>
            </a:prstGeom>
          </p:spPr>
        </p:pic>
        <p:sp>
          <p:nvSpPr>
            <p:cNvPr id="8" name="Elipse 7"/>
            <p:cNvSpPr/>
            <p:nvPr/>
          </p:nvSpPr>
          <p:spPr>
            <a:xfrm>
              <a:off x="8659091" y="5569527"/>
              <a:ext cx="975013" cy="10252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2823411" y="0"/>
            <a:ext cx="6252642" cy="6858000"/>
            <a:chOff x="0" y="0"/>
            <a:chExt cx="6252642" cy="6858000"/>
          </a:xfrm>
        </p:grpSpPr>
        <p:grpSp>
          <p:nvGrpSpPr>
            <p:cNvPr id="12" name="Grupo 11"/>
            <p:cNvGrpSpPr/>
            <p:nvPr/>
          </p:nvGrpSpPr>
          <p:grpSpPr>
            <a:xfrm>
              <a:off x="0" y="0"/>
              <a:ext cx="6252642" cy="6858000"/>
              <a:chOff x="0" y="0"/>
              <a:chExt cx="6252642" cy="6858000"/>
            </a:xfrm>
          </p:grpSpPr>
          <p:pic>
            <p:nvPicPr>
              <p:cNvPr id="9" name="Imagen 8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087" b="43557"/>
              <a:stretch/>
            </p:blipFill>
            <p:spPr>
              <a:xfrm>
                <a:off x="0" y="0"/>
                <a:ext cx="6252642" cy="6858000"/>
              </a:xfrm>
              <a:prstGeom prst="rect">
                <a:avLst/>
              </a:prstGeom>
            </p:spPr>
          </p:pic>
          <p:sp>
            <p:nvSpPr>
              <p:cNvPr id="4" name="Elipse 3"/>
              <p:cNvSpPr/>
              <p:nvPr/>
            </p:nvSpPr>
            <p:spPr>
              <a:xfrm>
                <a:off x="4870793" y="449180"/>
                <a:ext cx="1381849" cy="6938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Elipse 10"/>
            <p:cNvSpPr/>
            <p:nvPr/>
          </p:nvSpPr>
          <p:spPr>
            <a:xfrm>
              <a:off x="5342020" y="5269833"/>
              <a:ext cx="779644" cy="8021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649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-377900" y="-8657"/>
            <a:ext cx="12569900" cy="6897019"/>
            <a:chOff x="-377900" y="-8657"/>
            <a:chExt cx="12569900" cy="6897019"/>
          </a:xfrm>
        </p:grpSpPr>
        <p:grpSp>
          <p:nvGrpSpPr>
            <p:cNvPr id="6" name="Grupo 5"/>
            <p:cNvGrpSpPr/>
            <p:nvPr/>
          </p:nvGrpSpPr>
          <p:grpSpPr>
            <a:xfrm>
              <a:off x="6049240" y="-8657"/>
              <a:ext cx="6142760" cy="6866657"/>
              <a:chOff x="2557895" y="-8657"/>
              <a:chExt cx="6142760" cy="6866657"/>
            </a:xfrm>
          </p:grpSpPr>
          <p:pic>
            <p:nvPicPr>
              <p:cNvPr id="7" name="Imagen 6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657" b="44040"/>
              <a:stretch/>
            </p:blipFill>
            <p:spPr>
              <a:xfrm>
                <a:off x="2557895" y="-8657"/>
                <a:ext cx="6142760" cy="6866657"/>
              </a:xfrm>
              <a:prstGeom prst="rect">
                <a:avLst/>
              </a:prstGeom>
            </p:spPr>
          </p:pic>
          <p:sp>
            <p:nvSpPr>
              <p:cNvPr id="8" name="Elipse 7"/>
              <p:cNvSpPr/>
              <p:nvPr/>
            </p:nvSpPr>
            <p:spPr>
              <a:xfrm>
                <a:off x="7836480" y="5362984"/>
                <a:ext cx="836468" cy="76072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" name="Grupo 2"/>
            <p:cNvGrpSpPr/>
            <p:nvPr/>
          </p:nvGrpSpPr>
          <p:grpSpPr>
            <a:xfrm>
              <a:off x="-377900" y="0"/>
              <a:ext cx="6494226" cy="6888362"/>
              <a:chOff x="2807369" y="-30362"/>
              <a:chExt cx="6494226" cy="6888362"/>
            </a:xfrm>
          </p:grpSpPr>
          <p:pic>
            <p:nvPicPr>
              <p:cNvPr id="2" name="Imagen 1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827" b="44443"/>
              <a:stretch/>
            </p:blipFill>
            <p:spPr>
              <a:xfrm>
                <a:off x="2807369" y="-30362"/>
                <a:ext cx="6494226" cy="6888362"/>
              </a:xfrm>
              <a:prstGeom prst="rect">
                <a:avLst/>
              </a:prstGeom>
            </p:spPr>
          </p:pic>
          <p:sp>
            <p:nvSpPr>
              <p:cNvPr id="4" name="Elipse 3"/>
              <p:cNvSpPr/>
              <p:nvPr/>
            </p:nvSpPr>
            <p:spPr>
              <a:xfrm>
                <a:off x="7947313" y="262508"/>
                <a:ext cx="1210542" cy="10252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Elipse 4"/>
              <p:cNvSpPr/>
              <p:nvPr/>
            </p:nvSpPr>
            <p:spPr>
              <a:xfrm>
                <a:off x="8362952" y="5278582"/>
                <a:ext cx="794903" cy="10252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205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-385012" y="-8021"/>
            <a:ext cx="12577012" cy="6858000"/>
            <a:chOff x="-385012" y="-8021"/>
            <a:chExt cx="12577012" cy="6858000"/>
          </a:xfrm>
        </p:grpSpPr>
        <p:grpSp>
          <p:nvGrpSpPr>
            <p:cNvPr id="10" name="Grupo 9"/>
            <p:cNvGrpSpPr/>
            <p:nvPr/>
          </p:nvGrpSpPr>
          <p:grpSpPr>
            <a:xfrm>
              <a:off x="-385012" y="-8021"/>
              <a:ext cx="6871395" cy="6858000"/>
              <a:chOff x="-1" y="0"/>
              <a:chExt cx="6871395" cy="6858000"/>
            </a:xfrm>
          </p:grpSpPr>
          <p:pic>
            <p:nvPicPr>
              <p:cNvPr id="6" name="Imagen 5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953" b="47135"/>
              <a:stretch/>
            </p:blipFill>
            <p:spPr>
              <a:xfrm>
                <a:off x="-1" y="0"/>
                <a:ext cx="6871395" cy="6858000"/>
              </a:xfrm>
              <a:prstGeom prst="rect">
                <a:avLst/>
              </a:prstGeom>
            </p:spPr>
          </p:pic>
          <p:sp>
            <p:nvSpPr>
              <p:cNvPr id="8" name="Elipse 7"/>
              <p:cNvSpPr/>
              <p:nvPr/>
            </p:nvSpPr>
            <p:spPr>
              <a:xfrm>
                <a:off x="5906925" y="5662863"/>
                <a:ext cx="964469" cy="88231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/>
            <p:cNvGrpSpPr/>
            <p:nvPr/>
          </p:nvGrpSpPr>
          <p:grpSpPr>
            <a:xfrm>
              <a:off x="6222281" y="-8021"/>
              <a:ext cx="5969719" cy="6858000"/>
              <a:chOff x="6222281" y="-8021"/>
              <a:chExt cx="5969719" cy="6858000"/>
            </a:xfrm>
          </p:grpSpPr>
          <p:pic>
            <p:nvPicPr>
              <p:cNvPr id="7" name="Imagen 6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77" b="44327"/>
              <a:stretch/>
            </p:blipFill>
            <p:spPr>
              <a:xfrm>
                <a:off x="6222281" y="-8021"/>
                <a:ext cx="5969719" cy="6858000"/>
              </a:xfrm>
              <a:prstGeom prst="rect">
                <a:avLst/>
              </a:prstGeom>
            </p:spPr>
          </p:pic>
          <p:sp>
            <p:nvSpPr>
              <p:cNvPr id="9" name="Elipse 8"/>
              <p:cNvSpPr/>
              <p:nvPr/>
            </p:nvSpPr>
            <p:spPr>
              <a:xfrm>
                <a:off x="11295529" y="5456519"/>
                <a:ext cx="896471" cy="71119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309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0" y="0"/>
            <a:ext cx="12761868" cy="6858000"/>
            <a:chOff x="0" y="0"/>
            <a:chExt cx="12761868" cy="6858000"/>
          </a:xfrm>
        </p:grpSpPr>
        <p:grpSp>
          <p:nvGrpSpPr>
            <p:cNvPr id="9" name="Grupo 8"/>
            <p:cNvGrpSpPr/>
            <p:nvPr/>
          </p:nvGrpSpPr>
          <p:grpSpPr>
            <a:xfrm>
              <a:off x="5786438" y="0"/>
              <a:ext cx="6975430" cy="6858000"/>
              <a:chOff x="2557896" y="0"/>
              <a:chExt cx="6975430" cy="6858000"/>
            </a:xfrm>
          </p:grpSpPr>
          <p:pic>
            <p:nvPicPr>
              <p:cNvPr id="10" name="Imagen 9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485" b="47272"/>
              <a:stretch/>
            </p:blipFill>
            <p:spPr>
              <a:xfrm>
                <a:off x="2557896" y="0"/>
                <a:ext cx="6975430" cy="6858000"/>
              </a:xfrm>
              <a:prstGeom prst="rect">
                <a:avLst/>
              </a:prstGeom>
            </p:spPr>
          </p:pic>
          <p:sp>
            <p:nvSpPr>
              <p:cNvPr id="11" name="Elipse 10"/>
              <p:cNvSpPr/>
              <p:nvPr/>
            </p:nvSpPr>
            <p:spPr>
              <a:xfrm>
                <a:off x="8558313" y="5555673"/>
                <a:ext cx="975013" cy="10252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upo 11"/>
            <p:cNvGrpSpPr/>
            <p:nvPr/>
          </p:nvGrpSpPr>
          <p:grpSpPr>
            <a:xfrm>
              <a:off x="0" y="0"/>
              <a:ext cx="5786438" cy="6858000"/>
              <a:chOff x="-1515102" y="0"/>
              <a:chExt cx="5786438" cy="6858000"/>
            </a:xfrm>
          </p:grpSpPr>
          <p:pic>
            <p:nvPicPr>
              <p:cNvPr id="6" name="Imagen 5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85" b="41882"/>
              <a:stretch/>
            </p:blipFill>
            <p:spPr>
              <a:xfrm>
                <a:off x="-1515102" y="0"/>
                <a:ext cx="5786438" cy="6858000"/>
              </a:xfrm>
              <a:prstGeom prst="rect">
                <a:avLst/>
              </a:prstGeom>
            </p:spPr>
          </p:pic>
          <p:sp>
            <p:nvSpPr>
              <p:cNvPr id="4" name="Elipse 3"/>
              <p:cNvSpPr/>
              <p:nvPr/>
            </p:nvSpPr>
            <p:spPr>
              <a:xfrm>
                <a:off x="3434570" y="5192562"/>
                <a:ext cx="727997" cy="73056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205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2756848" y="0"/>
            <a:ext cx="6655644" cy="6858000"/>
            <a:chOff x="0" y="0"/>
            <a:chExt cx="6655644" cy="6858000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61" b="45871"/>
            <a:stretch/>
          </p:blipFill>
          <p:spPr>
            <a:xfrm>
              <a:off x="0" y="0"/>
              <a:ext cx="6655644" cy="6858000"/>
            </a:xfrm>
            <a:prstGeom prst="rect">
              <a:avLst/>
            </a:prstGeom>
          </p:spPr>
        </p:pic>
        <p:sp>
          <p:nvSpPr>
            <p:cNvPr id="4" name="Elipse 3"/>
            <p:cNvSpPr/>
            <p:nvPr/>
          </p:nvSpPr>
          <p:spPr>
            <a:xfrm>
              <a:off x="5680631" y="5456623"/>
              <a:ext cx="975013" cy="10252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654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F1DF1E-36E3-406C-8CF7-DB13BB6470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5274BF-C111-4B7A-8D90-F7666D37C13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310845B-7F19-4A9A-BEE4-BEF0501E1A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6</Words>
  <Application>Microsoft Office PowerPoint</Application>
  <PresentationFormat>Panorámica</PresentationFormat>
  <Paragraphs>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2026-04-09T20:12:15Z</dcterms:created>
  <dcterms:modified xsi:type="dcterms:W3CDTF">2026-04-09T21:13:39Z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